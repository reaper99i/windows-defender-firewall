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0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6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86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48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4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70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3691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72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6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151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8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16900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63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762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436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71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47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958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3864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185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167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821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059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09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8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60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1D79-D419-5275-01EA-4CA5E0F28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B419-37D0-D767-0AEB-18BA21BD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CC4C-993B-29DC-A08F-B8312F45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3724-6BDD-2155-9FD3-C678A3F5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372E7-1991-9307-4E64-93F6EC4E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5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40C6CF5-4E9D-4E90-BDB0-36BCB94D428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072D4CF-FAB4-417E-929A-8CEE085B0B1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587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25DD-E41A-53D7-57B3-324EED419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Defender Firewall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50970-339E-7363-25F8-9C30DF6E3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33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B6D1-7FE7-5881-BE1C-AC39CCDC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Windows Defender 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4518-8B7D-9265-B5D8-F0FF8E8C06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Windowes</a:t>
            </a:r>
            <a:r>
              <a:rPr lang="en-US" dirty="0"/>
              <a:t> defender firewall is a built in firewall designed to help protect your computer from unauthorized network traffic , it monitors network connections and applies rules that determine whether the connection are allowed or denied , the firewall operates on different network profiles , allowing you to create custom rules or specify applications that are permitted </a:t>
            </a:r>
          </a:p>
          <a:p>
            <a:endParaRPr lang="en-US" dirty="0"/>
          </a:p>
          <a:p>
            <a:r>
              <a:rPr lang="en-US" dirty="0"/>
              <a:t>Domain : Used when a system I connected to an organization`s domain network</a:t>
            </a:r>
          </a:p>
          <a:p>
            <a:r>
              <a:rPr lang="en-US" dirty="0"/>
              <a:t>Private : intended for trusted networks , such as a home or lab environment</a:t>
            </a:r>
          </a:p>
          <a:p>
            <a:r>
              <a:rPr lang="en-US" dirty="0"/>
              <a:t>Public : Used for untrusted network , such as public </a:t>
            </a:r>
            <a:r>
              <a:rPr lang="en-US"/>
              <a:t>WiFi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07449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22</TotalTime>
  <Words>102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Arial Nova Light</vt:lpstr>
      <vt:lpstr>Dark Gradient</vt:lpstr>
      <vt:lpstr>Windows Defender Firewall</vt:lpstr>
      <vt:lpstr>Windows Defender Firewall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Ibrahim</dc:creator>
  <cp:lastModifiedBy>Mohamed Ibrahim</cp:lastModifiedBy>
  <cp:revision>1</cp:revision>
  <dcterms:created xsi:type="dcterms:W3CDTF">2026-08-25T05:53:20Z</dcterms:created>
  <dcterms:modified xsi:type="dcterms:W3CDTF">2026-08-25T06:15:54Z</dcterms:modified>
</cp:coreProperties>
</file>